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2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324" y="19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D202-405B-DE2F-DBE1-8EC82C2C5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BC588-1CD9-E324-7148-23DB02FB3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102EE-9FDC-67E1-CD84-28DCA6F1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62D5D-2506-2C9F-8913-101C1A20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8A0FA-BA11-BC8D-88BB-8447DD97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39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4A9B-60CE-EBB1-7C4E-C90B8FA4F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6CA17-3D76-08B9-CF38-E78E0AE31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9E64-519D-9164-1C10-2A2FA4AC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1108A-80E8-86CC-9BD5-A07460F4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06D6E-14B7-C44D-4240-F727A18A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11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DDF5-E7D4-28E7-79E0-452503BC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7A89A-EAD5-6214-F11E-A492D6B01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EB55C-EF82-0DED-B369-D9267F0A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9C30F-B3FF-501B-7C58-973095F6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EFD36-9B32-3578-D70B-D2458D3A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53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22B2-67EB-B7C8-8C89-13535EDA4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D292-8186-FC26-D664-B272FDC35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C0A69-BA71-71C6-8716-574EDAA79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ABA21-9EE5-C94D-C9F3-EBD03C78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BE0FC-5D2D-EEE0-4253-6E75504C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7D334-D720-B8B6-F2A9-E9DB156B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72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A109-B6E8-9DA4-DD3F-BFB63A93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E175D-3542-9259-D145-9CB3CB531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AE59E-7BCD-FC8B-A22C-4655AE121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34604-E96D-FEC7-029C-563B93026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FA20B-05A2-21C4-1840-3FD399C69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BDA1B-3819-BEB7-C3FE-1C9894DC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9EA8A-ACC9-53F3-9D2D-509BA425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283D5-AF2D-0E61-D46F-EB417198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37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7269-3CC2-ECE6-4465-44ADF365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051FD-8E1B-F12B-4BB6-28C6A855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C4DDA-B915-DAD6-D96C-BDCA95C8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07C2E-E7B8-E53D-3FD3-E6173E006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80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7BD77-A485-A3F3-376B-E3DBEA9E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42636-5032-76C7-D62F-D31E9ED3C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E2A6A-1A9B-3516-6F1E-1C81585B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46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14CA-D4D2-D875-7C4E-7BAF7003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73D03-1875-27B1-AE3F-0149372D1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A2B31-FE2A-ED89-514C-BBFEA117B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19926-6C3C-2AEC-35A8-4309671A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FB172-5FCB-8649-5175-EF0152D76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90313-C01B-0875-034F-B6AA6403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327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C80E-EB06-730C-5B51-19403DE0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C2F7C-A3FD-2443-9BE1-08304B7DA5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C47BA-D47F-A318-A329-903BC05B7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9B4A8-CB77-EA0A-F495-129CFF7B6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51D23-F076-0495-CDF8-183A4B7F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AD1FA-5CD8-490B-560F-31168503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58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6AB5-D43E-51DC-3747-AA7B8385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95C2B-5167-F301-9477-0B6A71796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46BAE-70CB-4862-CDDE-212B43024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C524F-5357-14B0-1BCB-E8CA5A32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BDA5B-E0F8-2505-656A-02D577F1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03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281932-E986-C79A-6EAE-D306F0D1A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85B89-D394-E33C-F688-AE43AD4C2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9776E-1DE1-CE38-5D8A-74BF3344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2BDCA-D3E2-0854-BEA3-FDCF0E7E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C3C17-FB83-9AE2-F588-51573C51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92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E729E1-3887-1B82-BFEC-83DD0DF5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65DF4-40A7-8760-1CB6-C7781AC29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AEE17-2283-9CC9-86BD-18ADE5A34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19D980-AAE8-425F-B250-D728052A0FA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A4C75-81FC-B5F6-EBA6-A0FF704D9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36F05-2F19-DC3E-0A67-BAA7DBF2F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F06A3-D9D4-4763-81CF-5D1432DE7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21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DA1F78-AA18-363C-FFBA-E1F0E3464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28776"/>
            <a:ext cx="13487400" cy="101155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F04CCD-11DA-14F7-71D8-9F819EF7B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72" t="23525" r="44915" b="24623"/>
          <a:stretch>
            <a:fillRect/>
          </a:stretch>
        </p:blipFill>
        <p:spPr>
          <a:xfrm>
            <a:off x="387350" y="750887"/>
            <a:ext cx="7042150" cy="5245100"/>
          </a:xfrm>
          <a:custGeom>
            <a:avLst/>
            <a:gdLst>
              <a:gd name="csX0" fmla="*/ 0 w 7042150"/>
              <a:gd name="csY0" fmla="*/ 0 h 5245100"/>
              <a:gd name="csX1" fmla="*/ 7042150 w 7042150"/>
              <a:gd name="csY1" fmla="*/ 0 h 5245100"/>
              <a:gd name="csX2" fmla="*/ 7042150 w 7042150"/>
              <a:gd name="csY2" fmla="*/ 5245100 h 5245100"/>
              <a:gd name="csX3" fmla="*/ 0 w 7042150"/>
              <a:gd name="csY3" fmla="*/ 5245100 h 5245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42150" h="5245100">
                <a:moveTo>
                  <a:pt x="0" y="0"/>
                </a:moveTo>
                <a:lnTo>
                  <a:pt x="7042150" y="0"/>
                </a:lnTo>
                <a:lnTo>
                  <a:pt x="7042150" y="5245100"/>
                </a:lnTo>
                <a:lnTo>
                  <a:pt x="0" y="5245100"/>
                </a:lnTo>
                <a:close/>
              </a:path>
            </a:pathLst>
          </a:custGeom>
          <a:effectLst>
            <a:softEdge rad="9906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ACDAA6-1B67-2E8E-2648-32677777F1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72" t="23525" r="44915" b="24623"/>
          <a:stretch>
            <a:fillRect/>
          </a:stretch>
        </p:blipFill>
        <p:spPr>
          <a:xfrm>
            <a:off x="209550" y="750887"/>
            <a:ext cx="7042150" cy="5245100"/>
          </a:xfrm>
          <a:custGeom>
            <a:avLst/>
            <a:gdLst>
              <a:gd name="csX0" fmla="*/ 0 w 7042150"/>
              <a:gd name="csY0" fmla="*/ 0 h 5245100"/>
              <a:gd name="csX1" fmla="*/ 7042150 w 7042150"/>
              <a:gd name="csY1" fmla="*/ 0 h 5245100"/>
              <a:gd name="csX2" fmla="*/ 7042150 w 7042150"/>
              <a:gd name="csY2" fmla="*/ 5245100 h 5245100"/>
              <a:gd name="csX3" fmla="*/ 0 w 7042150"/>
              <a:gd name="csY3" fmla="*/ 5245100 h 5245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042150" h="5245100">
                <a:moveTo>
                  <a:pt x="0" y="0"/>
                </a:moveTo>
                <a:lnTo>
                  <a:pt x="7042150" y="0"/>
                </a:lnTo>
                <a:lnTo>
                  <a:pt x="7042150" y="5245100"/>
                </a:lnTo>
                <a:lnTo>
                  <a:pt x="0" y="524510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51000"/>
            </a:schemeClr>
          </a:solidFill>
          <a:effectLst>
            <a:softEdge rad="9906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056E47-98EC-6322-F160-EBD5CCB1A2E9}"/>
              </a:ext>
            </a:extLst>
          </p:cNvPr>
          <p:cNvSpPr txBox="1"/>
          <p:nvPr/>
        </p:nvSpPr>
        <p:spPr>
          <a:xfrm>
            <a:off x="660089" y="2146677"/>
            <a:ext cx="8109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3600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The Old Man and the Sea </a:t>
            </a:r>
            <a:endParaRPr lang="en-US" altLang="zh-CN" sz="3600" dirty="0">
              <a:solidFill>
                <a:schemeClr val="bg1">
                  <a:lumMod val="95000"/>
                </a:schemeClr>
              </a:solidFill>
              <a:latin typeface="Arial Rounded MT Bold" panose="020F0704030504030204" pitchFamily="34" charset="0"/>
              <a:ea typeface="MiSans Semibold" pitchFamily="2" charset="-122"/>
              <a:cs typeface="MiSans Semibold" pitchFamily="2" charset="-122"/>
            </a:endParaRPr>
          </a:p>
          <a:p>
            <a:r>
              <a:rPr lang="zh-CN" altLang="en-US" sz="6000" dirty="0">
                <a:solidFill>
                  <a:schemeClr val="bg1">
                    <a:lumMod val="95000"/>
                  </a:schemeClr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老人与海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08E4F-69D1-910C-5AC3-94E1698552DB}"/>
              </a:ext>
            </a:extLst>
          </p:cNvPr>
          <p:cNvSpPr txBox="1"/>
          <p:nvPr/>
        </p:nvSpPr>
        <p:spPr>
          <a:xfrm>
            <a:off x="660089" y="3921520"/>
            <a:ext cx="3977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600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Ernest Miller Hemingway</a:t>
            </a:r>
            <a:b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</a:b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  <a:t>[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  <a:t>美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  <a:t>]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  <a:t>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  <a:t>欧内斯特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  <a:t>·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  <a:t>米勒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  <a:t>·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MiSans Demibold" pitchFamily="2" charset="-122"/>
                <a:ea typeface="MiSans Demibold" pitchFamily="2" charset="-122"/>
                <a:cs typeface="MiSans Demibold" pitchFamily="2" charset="-122"/>
              </a:rPr>
              <a:t>海明威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Arial Rounded MT Bold" panose="020F0704030504030204" pitchFamily="34" charset="0"/>
              <a:ea typeface="MiSans Demibold" pitchFamily="2" charset="-122"/>
              <a:cs typeface="MiSans D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4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MiSans Demibold</vt:lpstr>
      <vt:lpstr>MiSans Heavy</vt:lpstr>
      <vt:lpstr>Arial</vt:lpstr>
      <vt:lpstr>Arial Rounded MT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2024 Timecube</dc:creator>
  <cp:lastModifiedBy>2024 Timecube</cp:lastModifiedBy>
  <cp:revision>1</cp:revision>
  <dcterms:created xsi:type="dcterms:W3CDTF">2026-10-17T09:55:21Z</dcterms:created>
  <dcterms:modified xsi:type="dcterms:W3CDTF">2026-10-17T10:00:48Z</dcterms:modified>
</cp:coreProperties>
</file>